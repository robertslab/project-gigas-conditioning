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071"/>
    <p:restoredTop sz="94638"/>
  </p:normalViewPr>
  <p:slideViewPr>
    <p:cSldViewPr snapToGrid="0">
      <p:cViewPr varScale="1">
        <p:scale>
          <a:sx n="92" d="100"/>
          <a:sy n="92" d="100"/>
        </p:scale>
        <p:origin x="18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A318-62E5-A9D8-85CE-8B31D59F5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C49DE-8D2E-BB73-7742-7EE2E0EC8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D8762-2063-FC2D-F317-5BA9C690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21218-AA84-CE03-9DC3-988042B3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79979-E058-C53E-FA24-185E08D7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9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31B3-9BC8-557E-5D01-D3BA7684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B06CD-F55B-4AB2-9F24-430FFC99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E9AF9-DF44-BFDD-837E-C14ADFCA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A2D4-229B-21CF-593B-49A244E4F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0F5E8-4098-91B1-7BF7-C024E7AF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0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65FC-F075-88A9-D76E-41F99F85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1CA14-5213-E665-1034-A86FD1D27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9D342-639B-ABF0-9825-4DDAC361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36A31-3F2D-9531-3A58-1D60E0BC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F59E7-182C-8AA6-45C3-969673FF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1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BF09-5DA6-ABFF-E429-1A6CA678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4DB0D-37C0-41CD-9700-85853D7C9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6131A-0A04-B36E-D7B4-6585E6E78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64E0D-3D27-A0B5-1EF3-3EEC2A22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13F49-F87C-DFE2-DB11-7407720D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CA1D4-8212-A8E6-CB83-4E5F9371B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0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F233-802D-FF41-A2CD-DC78AA03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64546-766A-318F-4223-6EFC4200A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378C0-377A-6B4B-F992-9661683F4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86369-F1E2-341C-977D-0AF09AB2D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4FEA4-083C-9EBC-F172-41FAE9AE0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A60A4-8C3A-8513-427D-AC5FA444B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500C3-EC7E-A5D6-2855-71C41070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D6845-3AB8-14F5-C678-8F6ECCF3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9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8486-76AE-CC90-9293-89282701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8190A-747D-93A2-7ACF-F0932E08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1A7D5-D6C8-0457-E3CF-8A41016A7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1BF15-9DC4-0C4F-9ED0-BB14F2817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8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D929A-AB92-AF5F-ACB0-6A033D1B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155C6-87B7-9E68-6B92-9DB7332E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51407-16C7-1852-8F39-8B921419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25E8-694A-DD48-5B95-6DBEFCB2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A9B82-71F9-C3A8-222D-DB144116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0F449-4396-7C77-5F7F-76F9672F7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77534-EDE7-3660-C01F-46B0C310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7B0F3-53E3-E4CC-3AB0-EB61615F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F9D25-9087-4D5D-E163-B6496E37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1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26C7-017C-4830-78E5-2BF128A0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706D2-4615-849B-E036-54438ADD6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CBE36-6A15-7A6D-7B1D-2185999B8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F1F30-A161-1629-48C8-3C0EA377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50927-DE55-C9D1-D66B-6A2154FD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5070F-F5D2-2108-2046-D8DC9AF8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2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FD10-F3A8-A8DD-E31B-A6E71E248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0ED30-6E43-8E1F-CD0A-15DE90729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7DD2B-7F23-8F75-28F5-CCED57355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6AAD7-0A7B-1D42-2B33-1274751D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E77DC-E8F8-F256-4F12-199F8691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2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0D4DB-EFF5-C4EA-5E5E-5154DCD92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4AD89-4219-F66D-AF22-79264F4AA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E14E9-591C-35F0-BE10-7016CB56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8411D-A0C4-C027-738E-B6081193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FB9DD-C42A-0896-1A0D-1AB5D65E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0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DE9A6-A741-425E-E0AF-7D001738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7A22C-D254-CAD6-0D78-0822B05BB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22376-6573-2F2F-841D-E741ABE6D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BCF81-6156-9D49-B590-6CF9B5DE9E4B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F1DB1-84B6-7C84-A50A-2E95DBF3D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811A4-2399-48FA-89F2-A927AC8E6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51EBA-67B0-6B4A-8CE2-115468D24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2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56B299-E81B-A976-2EDD-9A33CDB2A177}"/>
              </a:ext>
            </a:extLst>
          </p:cNvPr>
          <p:cNvSpPr txBox="1"/>
          <p:nvPr/>
        </p:nvSpPr>
        <p:spPr>
          <a:xfrm>
            <a:off x="5664967" y="29353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Ocean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5D09A-933C-7FF2-E163-7BA3ED480ECE}"/>
              </a:ext>
            </a:extLst>
          </p:cNvPr>
          <p:cNvSpPr txBox="1"/>
          <p:nvPr/>
        </p:nvSpPr>
        <p:spPr>
          <a:xfrm>
            <a:off x="5692219" y="5115520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Beach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3235E-62B5-C775-E2F9-71E1AA8A437E}"/>
              </a:ext>
            </a:extLst>
          </p:cNvPr>
          <p:cNvSpPr txBox="1"/>
          <p:nvPr/>
        </p:nvSpPr>
        <p:spPr>
          <a:xfrm rot="16200000">
            <a:off x="-1453085" y="2959757"/>
            <a:ext cx="43115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525F8-7D91-5B73-752A-840BB594CB9B}"/>
              </a:ext>
            </a:extLst>
          </p:cNvPr>
          <p:cNvSpPr txBox="1"/>
          <p:nvPr/>
        </p:nvSpPr>
        <p:spPr>
          <a:xfrm>
            <a:off x="1407361" y="2658363"/>
            <a:ext cx="332494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Rack #3</a:t>
            </a:r>
          </a:p>
          <a:p>
            <a:r>
              <a:rPr lang="en-US" b="1" dirty="0"/>
              <a:t>379</a:t>
            </a:r>
            <a:r>
              <a:rPr lang="en-US" dirty="0"/>
              <a:t>	</a:t>
            </a:r>
            <a:r>
              <a:rPr lang="en-US" b="1" dirty="0"/>
              <a:t>370</a:t>
            </a:r>
            <a:r>
              <a:rPr lang="en-US" dirty="0"/>
              <a:t>	</a:t>
            </a:r>
            <a:r>
              <a:rPr lang="en-US" b="1" dirty="0"/>
              <a:t>351</a:t>
            </a:r>
            <a:r>
              <a:rPr lang="en-US" dirty="0"/>
              <a:t>	</a:t>
            </a:r>
            <a:r>
              <a:rPr lang="en-US" b="1" dirty="0"/>
              <a:t>367</a:t>
            </a:r>
          </a:p>
          <a:p>
            <a:r>
              <a:rPr lang="en-US" sz="1400" dirty="0"/>
              <a:t>Robo 5, 7	Robo 6, 8	</a:t>
            </a:r>
            <a:br>
              <a:rPr lang="en-US" sz="1400" dirty="0"/>
            </a:br>
            <a:r>
              <a:rPr lang="en-US" sz="1400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7C3CC-73FC-1A7C-4F4D-40005028F984}"/>
              </a:ext>
            </a:extLst>
          </p:cNvPr>
          <p:cNvSpPr txBox="1"/>
          <p:nvPr/>
        </p:nvSpPr>
        <p:spPr>
          <a:xfrm>
            <a:off x="4871641" y="2658362"/>
            <a:ext cx="332494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Rack #2</a:t>
            </a:r>
          </a:p>
          <a:p>
            <a:r>
              <a:rPr lang="en-US" b="1" dirty="0"/>
              <a:t>366	390	352	335</a:t>
            </a:r>
            <a:br>
              <a:rPr lang="en-US" b="1" dirty="0"/>
            </a:br>
            <a:r>
              <a:rPr lang="en-US" sz="1400" dirty="0"/>
              <a:t>Robo 3		Robo 4	</a:t>
            </a:r>
          </a:p>
          <a:p>
            <a:r>
              <a:rPr lang="en-US" sz="1400" dirty="0"/>
              <a:t>		Hobo 5357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96BC8-88C3-AF34-A092-E6C85D6AECE9}"/>
              </a:ext>
            </a:extLst>
          </p:cNvPr>
          <p:cNvSpPr txBox="1"/>
          <p:nvPr/>
        </p:nvSpPr>
        <p:spPr>
          <a:xfrm>
            <a:off x="8330858" y="2658362"/>
            <a:ext cx="3496470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Rack #1</a:t>
            </a:r>
          </a:p>
          <a:p>
            <a:r>
              <a:rPr lang="en-US" b="1" dirty="0"/>
              <a:t>333	344	338	348</a:t>
            </a:r>
            <a:br>
              <a:rPr lang="en-US" b="1" dirty="0"/>
            </a:br>
            <a:r>
              <a:rPr lang="en-US" dirty="0"/>
              <a:t>	</a:t>
            </a:r>
            <a:r>
              <a:rPr lang="en-US" sz="1400" dirty="0"/>
              <a:t>Robo 1		Robo 2</a:t>
            </a:r>
            <a:br>
              <a:rPr lang="en-US" sz="1400" dirty="0"/>
            </a:br>
            <a:r>
              <a:rPr lang="en-US" sz="1400" dirty="0"/>
              <a:t>	Hobo 5355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5553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Ariana Huffmyer</dc:creator>
  <cp:lastModifiedBy>Ariana Huffmyer</cp:lastModifiedBy>
  <cp:revision>4</cp:revision>
  <dcterms:created xsi:type="dcterms:W3CDTF">2026-09-13T03:41:40Z</dcterms:created>
  <dcterms:modified xsi:type="dcterms:W3CDTF">2026-09-13T03:51:50Z</dcterms:modified>
</cp:coreProperties>
</file>