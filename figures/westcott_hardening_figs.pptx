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</p:sldIdLst>
  <p:sldSz cx="6858000" cy="90519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67"/>
  </p:normalViewPr>
  <p:slideViewPr>
    <p:cSldViewPr snapToGrid="0">
      <p:cViewPr>
        <p:scale>
          <a:sx n="107" d="100"/>
          <a:sy n="107" d="100"/>
        </p:scale>
        <p:origin x="2552" y="-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81415"/>
            <a:ext cx="5829300" cy="3151411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754356"/>
            <a:ext cx="5143500" cy="218545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795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471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56698"/>
            <a:ext cx="5915025" cy="37653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057668"/>
            <a:ext cx="5915025" cy="1980108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343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09656"/>
            <a:ext cx="2914650" cy="5743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09656"/>
            <a:ext cx="2914650" cy="5743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399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1933"/>
            <a:ext cx="5915025" cy="17496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18979"/>
            <a:ext cx="2901255" cy="1087488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06467"/>
            <a:ext cx="2901255" cy="48633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18979"/>
            <a:ext cx="2915543" cy="1087488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06467"/>
            <a:ext cx="2915543" cy="48633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82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1802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877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3462"/>
            <a:ext cx="2211884" cy="211211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03311"/>
            <a:ext cx="3471863" cy="643273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15578"/>
            <a:ext cx="2211884" cy="503094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573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3462"/>
            <a:ext cx="2211884" cy="211211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03311"/>
            <a:ext cx="3471863" cy="643273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15578"/>
            <a:ext cx="2211884" cy="503094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274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485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1931"/>
            <a:ext cx="1478756" cy="76710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1931"/>
            <a:ext cx="4350544" cy="76710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134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1933"/>
            <a:ext cx="5915025" cy="1749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09656"/>
            <a:ext cx="5915025" cy="5743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8389796"/>
            <a:ext cx="1543050" cy="4819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389796"/>
            <a:ext cx="2314575" cy="4819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389796"/>
            <a:ext cx="1543050" cy="4819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043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E3A342CD-9A9E-6DFF-0EA3-017920A6D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468416"/>
            <a:ext cx="4953000" cy="703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C4E200C-A001-63F9-1CE9-5DC085943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0" y="7504216"/>
            <a:ext cx="48895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422B59A-D6E8-50EA-8F26-1A9006A64D39}"/>
              </a:ext>
            </a:extLst>
          </p:cNvPr>
          <p:cNvSpPr txBox="1"/>
          <p:nvPr/>
        </p:nvSpPr>
        <p:spPr>
          <a:xfrm>
            <a:off x="562755" y="468416"/>
            <a:ext cx="389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B9B8D0-AB27-D97A-D4F6-4B800B80137B}"/>
              </a:ext>
            </a:extLst>
          </p:cNvPr>
          <p:cNvSpPr txBox="1"/>
          <p:nvPr/>
        </p:nvSpPr>
        <p:spPr>
          <a:xfrm>
            <a:off x="557823" y="2802565"/>
            <a:ext cx="389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86625C-16A3-E7C4-636A-D19D0D6FB91B}"/>
              </a:ext>
            </a:extLst>
          </p:cNvPr>
          <p:cNvSpPr txBox="1"/>
          <p:nvPr/>
        </p:nvSpPr>
        <p:spPr>
          <a:xfrm>
            <a:off x="557823" y="5136714"/>
            <a:ext cx="389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28119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4073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</TotalTime>
  <Words>3</Words>
  <Application>Microsoft Macintosh PowerPoint</Application>
  <PresentationFormat>Custom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Grace Leuchtenberger</dc:creator>
  <cp:lastModifiedBy>Grace Leuchtenberger</cp:lastModifiedBy>
  <cp:revision>1</cp:revision>
  <dcterms:created xsi:type="dcterms:W3CDTF">2026-04-16T18:55:14Z</dcterms:created>
  <dcterms:modified xsi:type="dcterms:W3CDTF">2026-04-16T19:07:52Z</dcterms:modified>
</cp:coreProperties>
</file>