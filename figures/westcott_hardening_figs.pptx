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6858000" cy="9051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29"/>
    <p:restoredTop sz="94658"/>
  </p:normalViewPr>
  <p:slideViewPr>
    <p:cSldViewPr snapToGrid="0">
      <p:cViewPr>
        <p:scale>
          <a:sx n="116" d="100"/>
          <a:sy n="116" d="100"/>
        </p:scale>
        <p:origin x="227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CED9B-EE73-EB48-9085-9BA47AAFAEF8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60600" y="1143000"/>
            <a:ext cx="2336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F59EB-9C73-DD40-BEAC-3C505E670A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95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F59EB-9C73-DD40-BEAC-3C505E670A9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73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81415"/>
            <a:ext cx="5829300" cy="315141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754356"/>
            <a:ext cx="5143500" cy="218545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DE1C-CCE6-F442-BDBC-4D6E61F0239B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2CDE-E6E6-1E4F-91E6-6A2E2ABF9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795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DE1C-CCE6-F442-BDBC-4D6E61F0239B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2CDE-E6E6-1E4F-91E6-6A2E2ABF9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7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56698"/>
            <a:ext cx="5915025" cy="37653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057668"/>
            <a:ext cx="5915025" cy="198010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DE1C-CCE6-F442-BDBC-4D6E61F0239B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2CDE-E6E6-1E4F-91E6-6A2E2ABF9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43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09656"/>
            <a:ext cx="2914650" cy="5743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09656"/>
            <a:ext cx="2914650" cy="57433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DE1C-CCE6-F442-BDBC-4D6E61F0239B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2CDE-E6E6-1E4F-91E6-6A2E2ABF9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99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1933"/>
            <a:ext cx="5915025" cy="17496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18979"/>
            <a:ext cx="2901255" cy="108748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06467"/>
            <a:ext cx="2901255" cy="48633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18979"/>
            <a:ext cx="2915543" cy="108748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06467"/>
            <a:ext cx="2915543" cy="48633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DE1C-CCE6-F442-BDBC-4D6E61F0239B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2CDE-E6E6-1E4F-91E6-6A2E2ABF9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8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DE1C-CCE6-F442-BDBC-4D6E61F0239B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2CDE-E6E6-1E4F-91E6-6A2E2ABF9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8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DE1C-CCE6-F442-BDBC-4D6E61F0239B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2CDE-E6E6-1E4F-91E6-6A2E2ABF9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877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3462"/>
            <a:ext cx="2211884" cy="211211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03311"/>
            <a:ext cx="3471863" cy="643273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15578"/>
            <a:ext cx="2211884" cy="503094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DE1C-CCE6-F442-BDBC-4D6E61F0239B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2CDE-E6E6-1E4F-91E6-6A2E2ABF9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73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3462"/>
            <a:ext cx="2211884" cy="211211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03311"/>
            <a:ext cx="3471863" cy="643273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15578"/>
            <a:ext cx="2211884" cy="503094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DE1C-CCE6-F442-BDBC-4D6E61F0239B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2CDE-E6E6-1E4F-91E6-6A2E2ABF9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74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DE1C-CCE6-F442-BDBC-4D6E61F0239B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2CDE-E6E6-1E4F-91E6-6A2E2ABF9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85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1931"/>
            <a:ext cx="1478756" cy="7671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1931"/>
            <a:ext cx="4350544" cy="7671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DDE1C-CCE6-F442-BDBC-4D6E61F0239B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2CDE-E6E6-1E4F-91E6-6A2E2ABF9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34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1933"/>
            <a:ext cx="5915025" cy="1749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09656"/>
            <a:ext cx="5915025" cy="574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389796"/>
            <a:ext cx="1543050" cy="4819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4DDE1C-CCE6-F442-BDBC-4D6E61F0239B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389796"/>
            <a:ext cx="2314575" cy="4819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389796"/>
            <a:ext cx="1543050" cy="4819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82CDE-E6E6-1E4F-91E6-6A2E2ABF9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43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3A342CD-9A9E-6DFF-0EA3-017920A6D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468416"/>
            <a:ext cx="4953000" cy="703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C4E200C-A001-63F9-1CE9-5DC085943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7504216"/>
            <a:ext cx="4889500" cy="73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22B59A-D6E8-50EA-8F26-1A9006A64D39}"/>
              </a:ext>
            </a:extLst>
          </p:cNvPr>
          <p:cNvSpPr txBox="1"/>
          <p:nvPr/>
        </p:nvSpPr>
        <p:spPr>
          <a:xfrm>
            <a:off x="562755" y="468416"/>
            <a:ext cx="389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9B8D0-AB27-D97A-D4F6-4B800B80137B}"/>
              </a:ext>
            </a:extLst>
          </p:cNvPr>
          <p:cNvSpPr txBox="1"/>
          <p:nvPr/>
        </p:nvSpPr>
        <p:spPr>
          <a:xfrm>
            <a:off x="557823" y="2802565"/>
            <a:ext cx="389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86625C-16A3-E7C4-636A-D19D0D6FB91B}"/>
              </a:ext>
            </a:extLst>
          </p:cNvPr>
          <p:cNvSpPr txBox="1"/>
          <p:nvPr/>
        </p:nvSpPr>
        <p:spPr>
          <a:xfrm>
            <a:off x="557823" y="5136714"/>
            <a:ext cx="389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01A16C-D210-3020-D208-59C27F3D1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874" y="3986316"/>
            <a:ext cx="970826" cy="66663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CEB798-DB5B-3A88-9BF7-6B11CC686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874" y="6550606"/>
            <a:ext cx="970826" cy="66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19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5CE917-2A45-66CC-1B67-9A6CB02048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9" r="12966"/>
          <a:stretch>
            <a:fillRect/>
          </a:stretch>
        </p:blipFill>
        <p:spPr bwMode="auto">
          <a:xfrm>
            <a:off x="1048687" y="4613039"/>
            <a:ext cx="4841367" cy="2561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1BE96B1-5B62-38E4-1FAD-F939546D49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9" r="12966" b="15980"/>
          <a:stretch>
            <a:fillRect/>
          </a:stretch>
        </p:blipFill>
        <p:spPr bwMode="auto">
          <a:xfrm>
            <a:off x="1048687" y="2383304"/>
            <a:ext cx="4841367" cy="211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61A1D3-7927-17D2-71E9-93D78EDB1486}"/>
              </a:ext>
            </a:extLst>
          </p:cNvPr>
          <p:cNvSpPr txBox="1"/>
          <p:nvPr/>
        </p:nvSpPr>
        <p:spPr>
          <a:xfrm>
            <a:off x="194248" y="3254578"/>
            <a:ext cx="854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Daily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9ACF9E-CE26-33BF-5508-AF9459CAAFE7}"/>
              </a:ext>
            </a:extLst>
          </p:cNvPr>
          <p:cNvSpPr txBox="1"/>
          <p:nvPr/>
        </p:nvSpPr>
        <p:spPr>
          <a:xfrm>
            <a:off x="81509" y="5493586"/>
            <a:ext cx="10799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Weekly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4E7A15-E2DF-6AA0-5C94-2D4F7C190C5D}"/>
              </a:ext>
            </a:extLst>
          </p:cNvPr>
          <p:cNvSpPr txBox="1"/>
          <p:nvPr/>
        </p:nvSpPr>
        <p:spPr>
          <a:xfrm>
            <a:off x="2203554" y="1877571"/>
            <a:ext cx="929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22°C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22D5A-FA97-6628-BE5E-79B9E5423091}"/>
              </a:ext>
            </a:extLst>
          </p:cNvPr>
          <p:cNvSpPr txBox="1"/>
          <p:nvPr/>
        </p:nvSpPr>
        <p:spPr>
          <a:xfrm>
            <a:off x="4514538" y="1877571"/>
            <a:ext cx="929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33°C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2FC0C2-1186-6C78-D41A-88DD02F71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221" y="3254578"/>
            <a:ext cx="968831" cy="6091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726DB0-ABD0-C7A5-C980-C78136BF41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222" y="5493587"/>
            <a:ext cx="975700" cy="6135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E52D4E-EDF4-AC57-7506-AAF56520AAF8}"/>
              </a:ext>
            </a:extLst>
          </p:cNvPr>
          <p:cNvSpPr txBox="1"/>
          <p:nvPr/>
        </p:nvSpPr>
        <p:spPr>
          <a:xfrm>
            <a:off x="1789221" y="3863767"/>
            <a:ext cx="153817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Cox PH p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D30880-B44A-3A24-52D4-4A2188B85788}"/>
              </a:ext>
            </a:extLst>
          </p:cNvPr>
          <p:cNvSpPr txBox="1"/>
          <p:nvPr/>
        </p:nvSpPr>
        <p:spPr>
          <a:xfrm>
            <a:off x="1789220" y="6107095"/>
            <a:ext cx="153817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Cox PH p 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5CEFDF-509F-43CE-30D8-32E363A3AC9A}"/>
              </a:ext>
            </a:extLst>
          </p:cNvPr>
          <p:cNvSpPr txBox="1"/>
          <p:nvPr/>
        </p:nvSpPr>
        <p:spPr>
          <a:xfrm>
            <a:off x="4099950" y="3863767"/>
            <a:ext cx="153817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Cox PH p = 0.49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C342E0-51B1-B4F4-13D6-CE1289C5148E}"/>
              </a:ext>
            </a:extLst>
          </p:cNvPr>
          <p:cNvSpPr txBox="1"/>
          <p:nvPr/>
        </p:nvSpPr>
        <p:spPr>
          <a:xfrm>
            <a:off x="4099949" y="6107095"/>
            <a:ext cx="1538179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Cox PH p = 0.029</a:t>
            </a:r>
          </a:p>
        </p:txBody>
      </p:sp>
    </p:spTree>
    <p:extLst>
      <p:ext uri="{BB962C8B-B14F-4D97-AF65-F5344CB8AC3E}">
        <p14:creationId xmlns:p14="http://schemas.microsoft.com/office/powerpoint/2010/main" val="140407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5DE736C-527C-888C-64DE-CA7258F1CE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" b="596"/>
          <a:stretch>
            <a:fillRect/>
          </a:stretch>
        </p:blipFill>
        <p:spPr>
          <a:xfrm>
            <a:off x="983111" y="1242335"/>
            <a:ext cx="5407449" cy="667541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9A571FD-EA92-F129-BCEC-CDD1000EBDF0}"/>
              </a:ext>
            </a:extLst>
          </p:cNvPr>
          <p:cNvSpPr txBox="1"/>
          <p:nvPr/>
        </p:nvSpPr>
        <p:spPr>
          <a:xfrm>
            <a:off x="788239" y="1386690"/>
            <a:ext cx="389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595A623-36CF-6E21-F618-269F9C730A37}"/>
              </a:ext>
            </a:extLst>
          </p:cNvPr>
          <p:cNvSpPr txBox="1"/>
          <p:nvPr/>
        </p:nvSpPr>
        <p:spPr>
          <a:xfrm>
            <a:off x="788239" y="4737505"/>
            <a:ext cx="389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B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B9DEF93-DD1F-7697-CD49-9745FFDB7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57" y="3294185"/>
            <a:ext cx="1059523" cy="728422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3107A8F-8E7A-AC71-90A0-CF2A5B934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7404" y="7917753"/>
            <a:ext cx="4958862" cy="86949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1059DCE-D9B7-21BE-3F07-51AEA4B4D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3257" y="6682154"/>
            <a:ext cx="1059523" cy="7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23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8D0241-3E46-D1B8-44DC-4560167704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61" b="505"/>
          <a:stretch>
            <a:fillRect/>
          </a:stretch>
        </p:blipFill>
        <p:spPr>
          <a:xfrm>
            <a:off x="954157" y="1481357"/>
            <a:ext cx="4647696" cy="57145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D0CC621-A8D3-A5BB-C5FE-8D7E311D4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849" y="7195930"/>
            <a:ext cx="3817014" cy="669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39F21D-6D7B-F6C8-CD81-B24CCEEE4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340" y="3341078"/>
            <a:ext cx="1059523" cy="7284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A43FCA-E370-B622-C347-794BCA3A2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340" y="6213231"/>
            <a:ext cx="1059523" cy="72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0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37F8A2-8B67-B74A-9C27-A3BB0A3BE3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0593" y="1057984"/>
            <a:ext cx="5915025" cy="4672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121621-8857-5114-B48F-ED0B3AA213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338" y="3418378"/>
            <a:ext cx="717255" cy="22151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523320-6394-B8C0-728B-55413584A0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47" y="1625879"/>
            <a:ext cx="388746" cy="15844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28BE50-68CE-CFE5-E50B-FFE64290F0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2565" y="2661621"/>
            <a:ext cx="798098" cy="5486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787E47-3123-F012-79DA-1FCDE7CF98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431" y="5730409"/>
            <a:ext cx="3011497" cy="64808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78C2EC-F314-F120-43CE-73DE64FBE7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5928" y="5730409"/>
            <a:ext cx="3011497" cy="6480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A48F7FA-DD58-D694-9FFB-DD7CDA056101}"/>
              </a:ext>
            </a:extLst>
          </p:cNvPr>
          <p:cNvSpPr txBox="1"/>
          <p:nvPr/>
        </p:nvSpPr>
        <p:spPr>
          <a:xfrm>
            <a:off x="2108126" y="657874"/>
            <a:ext cx="8544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Daily</a:t>
            </a:r>
          </a:p>
        </p:txBody>
      </p:sp>
    </p:spTree>
    <p:extLst>
      <p:ext uri="{BB962C8B-B14F-4D97-AF65-F5344CB8AC3E}">
        <p14:creationId xmlns:p14="http://schemas.microsoft.com/office/powerpoint/2010/main" val="3396086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35</Words>
  <Application>Microsoft Macintosh PowerPoint</Application>
  <PresentationFormat>Custom</PresentationFormat>
  <Paragraphs>15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Leuchtenberger</dc:creator>
  <cp:lastModifiedBy>Grace Leuchtenberger</cp:lastModifiedBy>
  <cp:revision>4</cp:revision>
  <dcterms:created xsi:type="dcterms:W3CDTF">2026-04-16T18:55:14Z</dcterms:created>
  <dcterms:modified xsi:type="dcterms:W3CDTF">2026-09-03T22:12:17Z</dcterms:modified>
</cp:coreProperties>
</file>